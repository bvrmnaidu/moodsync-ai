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MoodSyncAI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Multi-Modal Sentiment &amp; Emotion Analyser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6576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Veera Raghava Mallikarjuna Naidu Bhogadi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3 — Final Project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 Hamburg  ·  Prof. Dr. Gayan de Silva  ·  May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Words Don't Always Match Faces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may say "I'm fine" while their face shows distress.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 emotion analysis misses these incongruences.</a:t>
            </a:r>
            <a:endParaRPr lang="en-US" sz="1600" dirty="0"/>
          </a:p>
          <a:p>
            <a:pPr marL="342900" indent="-342900">
              <a:buSzPct val="100000"/>
              <a:buChar char="●"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combine visual and verbal signals to detect mismatch and produce a plain-language explanation.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283464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0" y="1554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85216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into a single emotional verdict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Data Analytics 3 lectures on multimodal models, RNN/LSTM, and Transformers.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91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188720"/>
            <a:ext cx="4572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pretrained models in parallel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1691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CNN/ViT classifies facial emotion (7 classes).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classifies text sentiment (3 classes).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2468880"/>
            <a:ext cx="4572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fusion layer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emotion to a polarity, compares with text sentiment, outputs ALIGNED / PARTIAL / MISMATCH.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3749040"/>
            <a:ext cx="4572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summary + Streamlit UI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4251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 generates a plain-language explanation. Streamlit exposes bar charts, status badge, and summary.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Detecting an Emotional Mismatch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screen_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0292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MISMATCH DETECTED state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0" y="1051560"/>
            <a:ext cx="301752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showing anger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"No, I think the project is going really well."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606040"/>
            <a:ext cx="3017520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emotion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7804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(52.8%)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sentiment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7804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(96.7%)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3557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status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3557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849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78040" y="3849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summary explains the incongruence in plain language.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Features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optional features from section 4 of the assignment brief.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315468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FEATURE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st.camera_input captures a live still from the user's webcam.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upload step required. Pipes directly into the existing CNN pipeline.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Coexists with file upload via a radio toggle.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15468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FEATURE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Whisper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st.audio_input records speech in-browser.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Whisper-tiny (~39 MB) transcribes the clip; the transcript auto-fills the text box.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existing RoBERTa sentiment model.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743200" cy="315468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37160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FEATURE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Attention Rollout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which face regions the ViT attended to (Abnar &amp; Zuidema, 2020).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attention rollout with residual identity; CLS-to-patch attention reshaped to 14x14 and overlaid as a JET heatmap.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Grad-CAM (CNN-only) for this transformer architecture.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MoodSyncAI  ·  Data Analytics 3 Final Project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Overcame &amp;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Generative summary hallucination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 parroted prompts when asked for full 3-sentence summaries. Solved with a hybrid: rule-based factual sentences + LLM for interpretation only.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Multimodal alignment without labels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paired image-text dataset with mismatch labels. Used a deterministic emotion-to-polarity mapping and rule-based fusion instead of training a fusion network.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ViT attention without exposed weights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pipeline hides attention tensors. Re-loaded the model via AutoModelForImageClassification with output_attentions=True to extract them.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timeline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emotion changes frame-by-frame as the user speaks.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fusion network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rules with a small neural net once paired labelled data is available.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Hugging Face Spaces with a public URL (requires paid tier for 3 GB model footprint).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RoBERTa on workplace dialogue rather than tweets.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MoodSyncAI  ·  Data Analytics 3 Final Project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MoodSyncAI - Multimodal Sentiment &amp; Emotion Analyser</dc:title>
  <dc:subject>Data Analytics 3 Final Project</dc:subject>
  <dc:creator>Veera Raghava Mallikarjuna Naidu Bhogadi</dc:creator>
  <cp:lastModifiedBy>Veera Raghava Mallikarjuna Naidu Bhogadi</cp:lastModifiedBy>
  <cp:revision>1</cp:revision>
  <dcterms:created xsi:type="dcterms:W3CDTF">2026-05-13T14:18:08Z</dcterms:created>
  <dcterms:modified xsi:type="dcterms:W3CDTF">2026-05-13T14:18:08Z</dcterms:modified>
</cp:coreProperties>
</file>